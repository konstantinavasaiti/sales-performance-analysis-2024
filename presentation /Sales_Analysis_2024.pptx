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7D11E80-F047-C785-6196-C23AAC90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7F279985-08A5-EE9A-245B-613EECF9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A5A18-558F-4842-AAB4-D0838FA1D5EE}" type="datetimeFigureOut">
              <a:rPr lang="el-GR" smtClean="0"/>
              <a:t>1/7/2026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9B3E9F1-937E-B9C9-E06C-5D1A92B4E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529A79F-7B1F-1C25-37CA-509999A8C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44CAE-308E-4405-A5CA-0A2B6AAC705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0213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3845A14D-90FF-482E-D622-744E9887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24908172-A846-BA25-4109-71788D3D3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6B3F0FE8-B8EA-96B9-AD2F-805821BBD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FA5A18-558F-4842-AAB4-D0838FA1D5EE}" type="datetimeFigureOut">
              <a:rPr lang="el-GR" smtClean="0"/>
              <a:t>1/7/2026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F4B2D93-07BD-367E-BFF4-20E297B4A1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AC13A88-DDD9-F38D-6641-C96822E9F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344CAE-308E-4405-A5CA-0A2B6AAC705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45422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 hidden="1">
            <a:extLst>
              <a:ext uri="{FF2B5EF4-FFF2-40B4-BE49-F238E27FC236}">
                <a16:creationId xmlns:a16="http://schemas.microsoft.com/office/drawing/2014/main" id="{B78DBD87-48C3-E5FC-F23D-463AD66A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/>
              <a:t>NovaRetail Group</a:t>
            </a:r>
            <a:endParaRPr lang="el-GR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73EDA48D-809F-06AC-0753-B48E3EF13A8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32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 hidden="1">
            <a:extLst>
              <a:ext uri="{FF2B5EF4-FFF2-40B4-BE49-F238E27FC236}">
                <a16:creationId xmlns:a16="http://schemas.microsoft.com/office/drawing/2014/main" id="{FD0BE751-9BEB-BF7A-E6C6-EE7D0EC9F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Business Context</a:t>
            </a:r>
            <a:endParaRPr lang="el-GR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C2A7EF05-5CEF-76A7-E788-9ED7BF6D1F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25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 hidden="1">
            <a:extLst>
              <a:ext uri="{FF2B5EF4-FFF2-40B4-BE49-F238E27FC236}">
                <a16:creationId xmlns:a16="http://schemas.microsoft.com/office/drawing/2014/main" id="{7E3DF425-97FC-6602-0E58-62794302B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Overall Sales Performance</a:t>
            </a:r>
            <a:br>
              <a:rPr lang="el-GR"/>
            </a:br>
            <a:endParaRPr lang="el-GR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08ED8708-DCB4-AE47-EBD3-DD8B8AFB7B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44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 hidden="1">
            <a:extLst>
              <a:ext uri="{FF2B5EF4-FFF2-40B4-BE49-F238E27FC236}">
                <a16:creationId xmlns:a16="http://schemas.microsoft.com/office/drawing/2014/main" id="{EF849D93-8890-B6B5-F95E-97D153C6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Category Performance</a:t>
            </a:r>
            <a:endParaRPr lang="el-GR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F10A115E-ADAC-E389-71A5-DA91ABB987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26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 hidden="1">
            <a:extLst>
              <a:ext uri="{FF2B5EF4-FFF2-40B4-BE49-F238E27FC236}">
                <a16:creationId xmlns:a16="http://schemas.microsoft.com/office/drawing/2014/main" id="{A4A3EFED-CF68-8CA3-203A-00BB45B6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Seasonality &amp; Monthly Trends</a:t>
            </a:r>
            <a:endParaRPr lang="el-GR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9D06D100-2204-BAE8-1FAA-02AE170882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194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 hidden="1">
            <a:extLst>
              <a:ext uri="{FF2B5EF4-FFF2-40B4-BE49-F238E27FC236}">
                <a16:creationId xmlns:a16="http://schemas.microsoft.com/office/drawing/2014/main" id="{FC2F2BA3-2525-2A03-6CF8-51BE3855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Profitability</a:t>
            </a:r>
            <a:endParaRPr lang="el-GR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398897FB-E9F3-F3C3-5036-66FA2FE437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605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 hidden="1">
            <a:extLst>
              <a:ext uri="{FF2B5EF4-FFF2-40B4-BE49-F238E27FC236}">
                <a16:creationId xmlns:a16="http://schemas.microsoft.com/office/drawing/2014/main" id="{511EF95A-97E0-46D2-D65C-E82B4851C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Customer Insights</a:t>
            </a:r>
            <a:endParaRPr lang="el-GR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6F487775-E957-9181-8A3F-EEF2A5440B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00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 hidden="1">
            <a:extLst>
              <a:ext uri="{FF2B5EF4-FFF2-40B4-BE49-F238E27FC236}">
                <a16:creationId xmlns:a16="http://schemas.microsoft.com/office/drawing/2014/main" id="{6427EE29-404A-196E-956A-9E8FD3BB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Regional Performance</a:t>
            </a:r>
            <a:endParaRPr lang="el-GR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E895F293-B6E6-5CD7-6380-687151DF71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32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 hidden="1">
            <a:extLst>
              <a:ext uri="{FF2B5EF4-FFF2-40B4-BE49-F238E27FC236}">
                <a16:creationId xmlns:a16="http://schemas.microsoft.com/office/drawing/2014/main" id="{CB3D0B4C-3090-D80D-5B1E-5325AA7D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Data Quality &amp; Corrections</a:t>
            </a:r>
            <a:endParaRPr lang="el-GR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1053021B-F569-E58A-2059-9F35AAFA27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23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 hidden="1">
            <a:extLst>
              <a:ext uri="{FF2B5EF4-FFF2-40B4-BE49-F238E27FC236}">
                <a16:creationId xmlns:a16="http://schemas.microsoft.com/office/drawing/2014/main" id="{5390A013-7406-7C1D-5E50-19CE304AE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Recommended Actions</a:t>
            </a:r>
            <a:endParaRPr lang="el-GR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DBCD5496-E2FE-0798-374E-F467A4F761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78044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Ευρεία οθόνη</PresentationFormat>
  <Paragraphs>10</Paragraphs>
  <Slides>10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Θέμα του Office</vt:lpstr>
      <vt:lpstr>NovaRetail Group</vt:lpstr>
      <vt:lpstr>Business Context</vt:lpstr>
      <vt:lpstr>Overall Sales Performance </vt:lpstr>
      <vt:lpstr>Category Performance</vt:lpstr>
      <vt:lpstr>Seasonality &amp; Monthly Trends</vt:lpstr>
      <vt:lpstr>Profitability</vt:lpstr>
      <vt:lpstr>Customer Insights</vt:lpstr>
      <vt:lpstr>Regional Performance</vt:lpstr>
      <vt:lpstr>Data Quality &amp; Corrections</vt:lpstr>
      <vt:lpstr>Recommended 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Konstantina Vasaiti</dc:creator>
  <cp:lastModifiedBy>Konstantina Vasaiti</cp:lastModifiedBy>
  <cp:revision>1</cp:revision>
  <dcterms:created xsi:type="dcterms:W3CDTF">2026-07-01T11:47:05Z</dcterms:created>
  <dcterms:modified xsi:type="dcterms:W3CDTF">2026-07-01T11:47:05Z</dcterms:modified>
</cp:coreProperties>
</file>